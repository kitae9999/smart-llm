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62c248fd4d4bae" /><Relationship Type="http://schemas.openxmlformats.org/officeDocument/2006/relationships/extended-properties" Target="/docProps/app.xml" Id="R29367c5d75e54d3e" /><Relationship Type="http://schemas.openxmlformats.org/officeDocument/2006/relationships/officeDocument" Target="/ppt/presentation.xml" Id="Rd9cf3d640f7141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aaeac973c947e2"/>
  </p:sldMasterIdLst>
  <p:notesMasterIdLst>
    <p:notesMasterId xmlns:r="http://schemas.openxmlformats.org/officeDocument/2006/relationships" r:id="R663e2c749cab4bdd"/>
  </p:notesMasterIdLst>
  <p:sldIdLst>
    <p:sldId xmlns:r="http://schemas.openxmlformats.org/officeDocument/2006/relationships" id="256" r:id="R51ffbfbcc1e548ef"/>
    <p:sldId xmlns:r="http://schemas.openxmlformats.org/officeDocument/2006/relationships" id="257" r:id="Rf1c863f0d68b4ca2"/>
    <p:sldId xmlns:r="http://schemas.openxmlformats.org/officeDocument/2006/relationships" id="258" r:id="R78647cb2529f4242"/>
    <p:sldId xmlns:r="http://schemas.openxmlformats.org/officeDocument/2006/relationships" id="259" r:id="R68ae97a469534eb1"/>
    <p:sldId xmlns:r="http://schemas.openxmlformats.org/officeDocument/2006/relationships" id="260" r:id="Rd22e1c92f0d94b66"/>
    <p:sldId xmlns:r="http://schemas.openxmlformats.org/officeDocument/2006/relationships" id="261" r:id="R7fd0a65c966b4a03"/>
    <p:sldId xmlns:r="http://schemas.openxmlformats.org/officeDocument/2006/relationships" id="262" r:id="R410eb878d8e0492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2c3816ef834b07" /><Relationship Type="http://schemas.openxmlformats.org/officeDocument/2006/relationships/slideMaster" Target="/ppt/slideMasters/slideMaster1.xml" Id="Rf9aaeac973c947e2" /><Relationship Type="http://schemas.openxmlformats.org/officeDocument/2006/relationships/notesMaster" Target="/ppt/notesMasters/notesMaster1.xml" Id="R663e2c749cab4bdd" /><Relationship Type="http://schemas.openxmlformats.org/officeDocument/2006/relationships/presProps" Target="/ppt/presProps.xml" Id="Rab942da636e44593" /><Relationship Type="http://schemas.openxmlformats.org/officeDocument/2006/relationships/tableStyles" Target="/ppt/tableStyles.xml" Id="Ra9d8346d5fdd4b4d" /><Relationship Type="http://schemas.openxmlformats.org/officeDocument/2006/relationships/slide" Target="/ppt/slides/slide1.xml" Id="R51ffbfbcc1e548ef" /><Relationship Type="http://schemas.openxmlformats.org/officeDocument/2006/relationships/slide" Target="/ppt/slides/slide2.xml" Id="Rf1c863f0d68b4ca2" /><Relationship Type="http://schemas.openxmlformats.org/officeDocument/2006/relationships/slide" Target="/ppt/slides/slide3.xml" Id="R78647cb2529f4242" /><Relationship Type="http://schemas.openxmlformats.org/officeDocument/2006/relationships/slide" Target="/ppt/slides/slide4.xml" Id="R68ae97a469534eb1" /><Relationship Type="http://schemas.openxmlformats.org/officeDocument/2006/relationships/slide" Target="/ppt/slides/slide5.xml" Id="Rd22e1c92f0d94b66" /><Relationship Type="http://schemas.openxmlformats.org/officeDocument/2006/relationships/slide" Target="/ppt/slides/slide6.xml" Id="R7fd0a65c966b4a03" /><Relationship Type="http://schemas.openxmlformats.org/officeDocument/2006/relationships/slide" Target="/ppt/slides/slide7.xml" Id="R410eb878d8e049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832a1c39dc41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f5e234d6a649e2" /><Relationship Type="http://schemas.openxmlformats.org/officeDocument/2006/relationships/notesMaster" Target="/ppt/notesMasters/notesMaster1.xml" Id="Rbbde705a883d43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3e7031a77d4a4b" /><Relationship Type="http://schemas.openxmlformats.org/officeDocument/2006/relationships/notesMaster" Target="/ppt/notesMasters/notesMaster1.xml" Id="R5a5c7fc85ca04f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3fa1bbb5b64776" /><Relationship Type="http://schemas.openxmlformats.org/officeDocument/2006/relationships/notesMaster" Target="/ppt/notesMasters/notesMaster1.xml" Id="R35b33c61696547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e0556ab2074658" /><Relationship Type="http://schemas.openxmlformats.org/officeDocument/2006/relationships/notesMaster" Target="/ppt/notesMasters/notesMaster1.xml" Id="R6ea33e2ee6fa45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af6efc6a5a4be6" /><Relationship Type="http://schemas.openxmlformats.org/officeDocument/2006/relationships/notesMaster" Target="/ppt/notesMasters/notesMaster1.xml" Id="R2ced56a7f70245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bc88d395294d9c" /><Relationship Type="http://schemas.openxmlformats.org/officeDocument/2006/relationships/notesMaster" Target="/ppt/notesMasters/notesMaster1.xml" Id="Rb50088aee6324a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41df255b72498f" /><Relationship Type="http://schemas.openxmlformats.org/officeDocument/2006/relationships/notesMaster" Target="/ppt/notesMasters/notesMaster1.xml" Id="Rf56b8e65d4114d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SMART-LLM 코드베이스를 직접 실행하면서 확인한 내용과, 그 과정에서 발견한 한계 및 보완 결과를 발표하겠습니다.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이번 발표는 프로젝트 소개 자체보다 실제 실행 과정에서 어떤 문제가 있었고, 이를 어떻게 줄였는지에 초점을 두었습니다.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기존 코드베이스를 실행하면서 확인한 핵심 한계는 세 가지로 정리했습니다.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첫 번째는 LLM에게 제공되는 action 목록과 실제 executor 구현이 일치하지 않는다는 점입니다. 예를 들어 DropHandObject는 사용 가능한 action처럼 보이지만 실제 helper에는 구현되어 있지 않았습니다.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두 번째는 helper 함수의 인자 형식이 강제되지 않는 문제입니다. ThrowObject는 실제로 robot과 object 두 인자를 받는데, 생성 코드에서는 target까지 세 인자를 넘기는 경우가 있었습니다.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세 번째는 다중 로봇에서 가장 중요한 물체 소유권 문제입니다. 어떤 로봇이 물체를 들었는지와 이후 PutObject나 ThrowObject를 수행하는 로봇이 일치하지 않는 경우가 있었습니다.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즉, 코드는 Python처럼 보이지만 실제 환경에서 실행 가능한 action sequence인지는 별도의 검증이 필요했습니다.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한계가 확인된 뒤 보완한 실행 구조는 이렇게 정리할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기존 구조에서는 LLM이 만든 code plan을 거의 바로 AI2-THOR 실행으로 넘겼습니다. 그래서 helper가 없거나 signature가 틀리거나 손 상태가 맞지 않는 문제가 실행 중에 터졌습니다.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보완 후에는 code plan과 실제 실행 사이에 validator를 넣었습니다.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validator는 code plan을 실행하기 전에 검사하고, 결과를 PASS, REPAIRABLE, INFEASIBLE로 나눕니다.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PASS면 실행 후보로 두고, REPAIRABLE이면 validation feedback을 이용해 code plan을 다시 생성합니다.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INFEASIBLE이면 현재 helper나 robot skill 조건으로는 실행할 수 없다고 보고 실행 전에 차단합니다.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 구조를 먼저 이해해야 다음 슬라이드의 validator 내부 동작이 자연스럽게 이어집니다.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이제부터는 validator를 중심으로 설명하겠습니다.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validator는 LLM이 만든 code_plan.py를 바로 실행하지 않고, 실행 전에 검사하는 계층입니다.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입력으로는 LLM이 만든 code_plan.py, robot과 skill 정보, 그리고 ground truth 목표가 들어갑니다.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validator는 helper가 실제 구현되어 있는지, signature가 맞는지, 해당 robot이 그 skill을 갖고 있는지, 그리고 object ownership이 맞는지를 검사합니다.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또 helper 호출 순서를 따라가며 robot hand state를 추적합니다.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출력은 PASS, REPAIRABLE, INFEASIBLE로 나눕니다.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PASS는 그대로 실행 후보 plan이고, REPAIRABLE은 작업은 가능하지만 현재 code plan만 잘못된 상태입니다.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INFEASIBLE은 현재 helper나 skill 조건으로는 실행할 수 없다고 판단되는 상태입니다.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즉 validator는 로봇을 조종하는 코드가 아니라, LLM이 만든 action sequence가 실제 executor 제약을 만족하는지 미리 판정하는 코드입니다.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슬라이드는 validator가 추상적으로 무엇을 한다는 설명보다, 실제로 어떤 코드를 보고 어떤 상태를 추적하는지 보여주는 예시입니다.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왼쪽은 Slice tomato에서 문제가 됐던 형태의 code plan입니다. robot1이 Knife를 집은 다음 Tomato를 다시 집으려고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validator는 이 코드를 바로 실행하지 않고 helper 호출 순서만 따라갑니다.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첫 번째 줄을 보면 robot1의 손 상태를 Knife로 기록합니다.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두 번째 줄에서 robot1이 다시 Tomato를 집으려고 하면, 이미 손에 Knife가 있으므로 HAND_NOT_EMPTY issue를 만듭니다.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 issue에는 단순 에러 문장뿐 아니라 held_object는 Knife, target_object는 Tomato라는 details가 같이 들어갑니다.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그래서 REPAIRABLE_PLAN_ERROR는 작업 자체가 불가능하다는 뜻이 아니라, 생성된 code_plan.py가 executor 제약을 어긴 상태라는 의미입니다.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다음은 오류가 어떻게 repair feedback으로 바뀌는지입니다.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validator는 먼저 ValidationIssue를 만듭니다. 여기에는 오류 코드와 details가 들어갑니다.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그 다음 ground truth를 같이 봅니다. 즉 최종 목표가 상태 변화인지, 포함 관계인지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Slice tomato에서는 HAND_NOT_EMPTY issue가 만들어지고, details에는 held가 Knife, target이 Tomato로 들어갑니다.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ground truth는 Tomato가 SLICED 상태가 되는 것이므로, Tomato를 집을 필요가 없습니다. 그래서 PickupObject(Tomato)를 제거하라는 feedback이 만들어집니다.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Throw Spatula에서는 최종 목표가 GarbageCan contains Spatula입니다. ThrowObject는 target을 인자로 받지 않기 때문에, 목표 상태를 만족하는 PutObject로 바꾸라는 feedback이 만들어집니다.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정리하면 오류 유형별 기본 개선 방향은 미리 정의하고, 실제 issue details와 ground truth를 끼워 넣어서 구체적인 문장으로 만드는 구조입니다.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마지막으로 보완 후 결과를 정리하겠습니다.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Slice tomato에서는 HAND_NOT_EMPTY가 발생했습니다. 하지만 ground truth가 Tomato의 SLICED 상태였기 때문에 Tomato를 들 필요가 없다고 보고 PickupObject(Tomato)를 제거하는 방향으로 repair되었습니다.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Wash lettuce에서는 object ownership 문제가 있었습니다. 물체를 집은 로봇과 PutObject를 하는 로봇이 달라졌기 때문에, holder 기준으로 object action을 수행하도록 수정되었습니다.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Throw Spatula에서는 skill 또는 ownership 문제가 있었지만, ground truth가 GarbageCan contains Spatula였기 때문에 ThrowObject가 아니라 PutObject로도 목표를 만족할 수 있었습니다.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정리하면, 이번 보완은 SMART-LLM 구조를 바꾸는 것이 아니라 LLM 출력과 실제 실행 환경 사이에 검증과 피드백 계층을 추가한 것입니다.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그 결과 FloorPlan6의 세 작업에서 repair 후 실행 가능한 plan을 얻을 수 있었습니다.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df1a1b267b49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c68569a72e44af" /><Relationship Type="http://schemas.openxmlformats.org/officeDocument/2006/relationships/slideLayout" Target="/ppt/slideLayouts/slideLayout1.xml" Id="Ree4bf2bb25464b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4bf2bb25464b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c4e17291146f6" /><Relationship Type="http://schemas.openxmlformats.org/officeDocument/2006/relationships/notesSlide" Target="/ppt/notesSlides/notesSlide1.xml" Id="R69cd2bf2d9a246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bb6b203ed4d63" /><Relationship Type="http://schemas.openxmlformats.org/officeDocument/2006/relationships/notesSlide" Target="/ppt/notesSlides/notesSlide2.xml" Id="Rbb4eed11bccc49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e52621f034897" /><Relationship Type="http://schemas.openxmlformats.org/officeDocument/2006/relationships/notesSlide" Target="/ppt/notesSlides/notesSlide3.xml" Id="R033fc214861a41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e2f0e079f40da" /><Relationship Type="http://schemas.openxmlformats.org/officeDocument/2006/relationships/notesSlide" Target="/ppt/notesSlides/notesSlide4.xml" Id="Rcf6b7973eba940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4eeaab4084f78" /><Relationship Type="http://schemas.openxmlformats.org/officeDocument/2006/relationships/notesSlide" Target="/ppt/notesSlides/notesSlide5.xml" Id="R70064e6894fb49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721330c7884fdb" /><Relationship Type="http://schemas.openxmlformats.org/officeDocument/2006/relationships/notesSlide" Target="/ppt/notesSlides/notesSlide6.xml" Id="Rb8f1c50482f24d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2f9490b2d84bed" /><Relationship Type="http://schemas.openxmlformats.org/officeDocument/2006/relationships/notesSlide" Target="/ppt/notesSlides/notesSlide7.xml" Id="Rc819fd1ab9f34a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B7BB6B-BE79-42B8-ADAA-826E9CAF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F7F8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36B006-3EF9-496C-AE8E-BE5B873D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9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40978-8395-4EA4-A905-4638213D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0289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4A3B63-368D-4799-B5D9-27BE25C7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35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9EFC0C-6ACB-4F0C-812C-D9D37EF5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개별연구 최종발표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8EC1D2-1E96-4970-AF65-9E61D60A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solidFill>
              <a:srgbClr val="D7DD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DEC9A5-C525-462E-B31E-415C7814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952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개별연구 - 모바일 로봇</a:t>
            </a:r>
          </a:p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인공지능 기술 개발 최종발표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09CC18-6302-4102-9A76-54D216DD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SMART-LLM 코드 실행 기반 다중 로봇 작업 계획 분석 및 보완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2EFFB-AB53-4808-9207-B603CE26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647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445694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CB7AE8-A30F-4AC0-9372-F98ABD8D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F7F8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C5AEE0-5A15-42A0-B7D2-5ECD38EB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9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F90CD-54B0-494F-A0F6-68210189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0289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D93B9-E2FD-4FE5-9B64-FF5E5914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35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F37261-AE37-4BB8-98F9-ECE3EDF8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핵심 한계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01038-A0ED-4A5F-B0CF-557387AC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solidFill>
              <a:srgbClr val="D7DD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86EE0-00E7-4463-B745-2EB9DACA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실행 단계에서 드러난 계획-환경 불일치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4D943-5EE8-485E-8DD5-9C333CEC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320040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63C585-A7E9-4764-B4D7-943C1E26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helper 목록과 실제 구현 불일치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8939EC-A8F5-415B-8276-3B768607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86100"/>
            <a:ext cx="27813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DropHandObject 등 LLM이 사용할 수 있다고 판단한 action이 executor에는 미구현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AFBCF8-6A0F-495B-ABEB-AF9EA089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95550"/>
            <a:ext cx="320040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8E294C-5E3E-4E3D-8076-4348A429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051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helper signature 오류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7FA410-888D-4B28-B264-683C8834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86100"/>
            <a:ext cx="27813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ThrowObject(robot, object) 대신 ThrowObject(robot, object, target) 형태의 잘못된 호출 생성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088E92-1C92-4741-93A0-01459D48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95550"/>
            <a:ext cx="320040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9294C6-04E3-439C-881F-32C27D5F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051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object ownership 오류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DFC0C4-AD48-49F7-A79C-C9D2C988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86100"/>
            <a:ext cx="27813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물체를 든 로봇과 PutObject / ThrowObject를 수행하는 로봇 불일치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6CCEA7-2149-4260-A603-6A02A720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625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핵심: LLM 출력이 Python 코드처럼 보여도 실제 executor 제약을 만족한다는 보장은 없음</a:t>
            </a:r>
          </a:p>
        </p:txBody>
      </p:sp>
    </p:spTree>
    <p:extLst>
      <p:ext uri="{BB962C8B-B14F-4D97-AF65-F5344CB8AC3E}">
        <p14:creationId xmlns:p14="http://schemas.microsoft.com/office/powerpoint/2010/main" val="18501326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DC4415-F723-4B3A-BC95-E1DA1394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F7F8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0051D5-94B8-425D-A0A1-9E613C4F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9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1F287-773C-4FFC-BA50-92CE32CF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0289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D835CE-A05C-4FA3-939D-0703C2D3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35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99E1E-7829-4413-B0FD-5519D24D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보완 구조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7B3870-5E6E-479B-A697-DE83874E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solidFill>
              <a:srgbClr val="D7DD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F1E7ED-464C-4EE7-A756-1B185151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보완한 실행 구조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A5EB2C-2128-402D-A4F6-736294B8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LLM code plan을 바로 실행하지 않고 validator를 사이에 둔 구조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435016-90FD-4EC0-9FF9-97A409C0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기존 구조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118593-6246-441A-9A2A-071207D9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57175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61F417-D398-495F-BA79-275A682E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813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LLM code 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52E81-4ABE-4663-8C62-E77A04AD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623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helper 호출 형태의 Python plan 생성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7DC6E2-8E02-4EC2-BE30-671385B5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956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F30983-8F23-4823-B760-2F122B59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71750"/>
            <a:ext cx="257175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864C50-5EAB-4AA2-B389-56DBF99C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813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AI2-THOR 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20DF1C-A247-4AE9-93B2-5CB872AA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623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생성 코드를 바로 executor에 전달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38AFA3-B40D-49C0-94C4-8BE429BE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956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437B15-6193-4D7B-B6F9-BFBDA693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71750"/>
            <a:ext cx="37338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AECAF9-9890-496C-8207-4B3BCA7A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81300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런타임 오류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FA52CE-E3E4-4735-8180-1390310C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62300"/>
            <a:ext cx="331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NameError, TypeError, hand state 오류가 실행 중 발생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F9865C-99C4-4F77-BE7D-D5BDA521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보완 후 구조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64ABF4-92B4-43E1-9535-F9927B76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20955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854676-D525-4A60-BED3-B53C6F2F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863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LLM code plan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EC93D6-9191-41BB-8805-5C166472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67300"/>
            <a:ext cx="1676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초기 plan 생성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877103-E007-4D68-9566-9689941D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7625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359C8E-BA80-4CBA-A116-52C2A071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305300"/>
            <a:ext cx="219075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DC9E44-3671-47A4-8253-C167A185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5720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Validator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A69138-3C30-49E0-9128-AA23591B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95300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rPr>
              <a:t>실행 전 검사</a:t>
            </a:r>
          </a:p>
          <a:p xmlns:a="http://schemas.openxmlformats.org/drawingml/2006/main">
            <a:pPr algn="ctr">
              <a:defRPr sz="1050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rPr>
              <a:t>상태 분류</a:t>
            </a:r>
          </a:p>
          <a:p xmlns:a="http://schemas.openxmlformats.org/drawingml/2006/main">
            <a:pPr algn="ctr">
              <a:defRPr sz="1050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rPr>
              <a:t>feedback 생성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01BB13-EA55-40F8-A025-CF6FD4C0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625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7EA01B-5A5F-415D-AFFA-824B9F82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95750"/>
            <a:ext cx="15240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33D126-D355-4C09-B7F4-4574DEA4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053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PASS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8646EE-29C4-4956-B20C-61D070EF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86300"/>
            <a:ext cx="1104900" cy="-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실행 후보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ABD681-5E59-4198-84D5-8DF48F1F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95750"/>
            <a:ext cx="15240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2ACA10-62EB-4424-9ED3-270294EB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053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REPAIR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AD62B7-2866-414F-A397-F016F3B7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86300"/>
            <a:ext cx="1104900" cy="-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feedback 기반 재생성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3E3E0F-5717-49BF-9B64-72608BB8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95750"/>
            <a:ext cx="15240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50E371-8BB8-4357-9BDC-14BE01CE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3053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BLOCK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FE962F-A125-4F71-8FBD-9E93A318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686300"/>
            <a:ext cx="1104900" cy="-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실행 전 차단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85B6B3-01FA-4864-82EA-D543228D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43500"/>
            <a:ext cx="49149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D1E8D0-DE2B-4BC2-949E-23FD6FD5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86375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핵심 변화: 실패를 실행 중에 발견하는 구조에서, 실행 전에 분류하고 고치는 구조로 전환</a:t>
            </a:r>
          </a:p>
        </p:txBody>
      </p:sp>
    </p:spTree>
    <p:extLst>
      <p:ext uri="{BB962C8B-B14F-4D97-AF65-F5344CB8AC3E}">
        <p14:creationId xmlns:p14="http://schemas.microsoft.com/office/powerpoint/2010/main" val="12326828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382B24-7B86-4391-856B-B0B1014F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F7F8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E23BC-5678-4E95-901B-78251D76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9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AD0FC-8A05-4E19-AA99-BE5081CF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0289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28B57-36CF-4C42-A8D2-F6637C41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35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05F00-E0F3-4412-89F9-E5FBB8F2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Validator 위치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554CF-55B3-418C-B53E-0E715948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solidFill>
              <a:srgbClr val="D7DD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2E8979-491D-41D5-9041-0061A275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validator의 역할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12C98F-5923-4C96-8D3E-871ABD34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LLM이 만든 code plan을 실행 전에 검사하는 계층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9867AE-7FD4-4C5F-9B1E-333FCF35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AC742B-89B1-4854-B753-6970C11C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26860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6BCDB8-4EAC-4021-87F0-C2A89F55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code_plan.py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597BB5-3609-4B7F-8D84-2F17857F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00400"/>
            <a:ext cx="2266950" cy="-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LLM이 생성한 helper 호출 코드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BD97EC-289B-4ED9-BCCC-FDDFDAF8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26860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5F10DD-BCE4-4A7C-8106-D0253186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957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robots / skills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FF1CD9-0754-4D51-B35E-A84912EB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266950" cy="-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사용 가능한 robot과 action skill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9F7D4C-F5B0-4ADC-A503-3CDBD110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26860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978CAD-2AAA-421B-AE83-AAE6D245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720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ground_truth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ABA7E9-74BD-43BA-9A2C-1FAD441A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53000"/>
            <a:ext cx="2266950" cy="-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contains 또는 state 목표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09711C-913D-46C9-AF93-81E5A615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433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020708-5742-43D3-8C71-9A09B16C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43150"/>
            <a:ext cx="3276600" cy="302895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817E06-CCF0-4CF2-8C7B-E45E11A0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Validator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95A2A7-810C-4602-85E4-AA221A09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57550"/>
            <a:ext cx="247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7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E5E7EB"/>
                </a:solidFill>
                <a:latin typeface="Malgun Gothic"/>
                <a:ea typeface="Malgun Gothic"/>
                <a:cs typeface="Malgun Gothic"/>
              </a:rPr>
              <a:t>1. helper 구현 여부 / signature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E5E7EB"/>
                </a:solidFill>
                <a:latin typeface="Malgun Gothic"/>
                <a:ea typeface="Malgun Gothic"/>
                <a:cs typeface="Malgun Gothic"/>
              </a:rPr>
              <a:t>2. robot skill 보유 여부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E5E7EB"/>
                </a:solidFill>
                <a:latin typeface="Malgun Gothic"/>
                <a:ea typeface="Malgun Gothic"/>
                <a:cs typeface="Malgun Gothic"/>
              </a:rPr>
              <a:t>3. hand state 추적</a:t>
            </a:r>
          </a:p>
          <a:p xmlns:a="http://schemas.openxmlformats.org/drawingml/2006/main">
            <a:pPr algn="l">
              <a:defRPr sz="1275" b="0">
                <a:solidFill>
                  <a:srgbClr val="E5E7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E5E7EB"/>
                </a:solidFill>
                <a:latin typeface="Malgun Gothic"/>
                <a:ea typeface="Malgun Gothic"/>
                <a:cs typeface="Malgun Gothic"/>
              </a:rPr>
              <a:t>4. object ownership 일치 여부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15C183-D81C-4B98-BA36-1EB81042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819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3C5F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93C5FD"/>
                </a:solidFill>
                <a:latin typeface="Malgun Gothic"/>
                <a:ea typeface="Malgun Gothic"/>
                <a:cs typeface="Malgun Gothic"/>
              </a:rPr>
              <a:t>실행 없이 정적 분석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1AEE39-0236-4C87-916E-1DAFA7D9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37748C-A088-4823-9E63-CC2B087E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907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출력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53C5DF-6628-4368-8385-C4E4272D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6860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8CB359-9D6A-4F10-B9C3-409FA9CF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194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PASS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6E58B8-768C-4F39-AC64-2D802129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00400"/>
            <a:ext cx="2266950" cy="-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그대로 실행 후보 plan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B6B05F-842E-449D-9C58-B2B83564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86150"/>
            <a:ext cx="26860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08E97C-4880-40F6-B874-DD007931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957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REPAIRABLE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68A986-BEB6-4726-A260-C0FAEDAD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076700"/>
            <a:ext cx="2266950" cy="-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작업은 가능, code plan만 수정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95A565-B48B-44DF-BDFE-435B01A4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62450"/>
            <a:ext cx="26860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ACADE8-5E07-4E52-8114-9E28CC57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5720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INFEASIBLE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ACFDB8-6C36-48AE-B885-E38D50F1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953000"/>
            <a:ext cx="2266950" cy="-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현재 helper/skill로 실행 불가능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390D85-E728-41B0-A5B4-0AA640DE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104394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0F6FDC-FED6-4BF3-B8E7-24FC15EE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943600"/>
            <a:ext cx="9867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핵심: validator는 로봇을 조종하는 코드가 아니라, 실행 가능한 action sequence인지 미리 판정하는 코드</a:t>
            </a:r>
          </a:p>
        </p:txBody>
      </p:sp>
    </p:spTree>
    <p:extLst>
      <p:ext uri="{BB962C8B-B14F-4D97-AF65-F5344CB8AC3E}">
        <p14:creationId xmlns:p14="http://schemas.microsoft.com/office/powerpoint/2010/main" val="20584024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030D66-3AAE-4C81-96BA-E8B46461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F7F8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4579FA-A92C-48FE-A0F7-CD2CD442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9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CF2D5-2523-472D-91DB-783DBD01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0289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F27F6-83F6-4700-B5C3-ECA35288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35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B0266-6103-4D43-9AFD-02031DC0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Validator 상세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857565-DC46-4E21-95CC-A714604F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solidFill>
              <a:srgbClr val="D7DD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2EA0A-AB0E-4DCA-AB67-B6E165DA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validator가 실제로 확인한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BDFF72-1218-4981-A0DE-307637F8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code_plan.py의 helper 호출을 따라가며 로봇 손 상태를 추적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C6CCF4-882B-4A0C-B593-2AE5A119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생성된 code_plan 예시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CFB41B-B207-4838-B42D-875012C5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591050" cy="2209800"/>
          </a:xfrm>
          <a:prstGeom xmlns:a="http://schemas.openxmlformats.org/drawingml/2006/main" prst="roundRect">
            <a:avLst>
              <a:gd name="adj" fmla="val 258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D14AA3-73CD-4979-91F6-73E4B8AC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76550"/>
            <a:ext cx="409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1  PickupObject(robot1, 'Knife')</a:t>
            </a:r>
          </a:p>
          <a:p xmlns:a="http://schemas.openxmlformats.org/drawingml/2006/main">
            <a:pPr algn="l">
              <a:defRPr sz="14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2  PickupObject(robot1, 'Tomato')</a:t>
            </a:r>
          </a:p>
          <a:p xmlns:a="http://schemas.openxmlformats.org/drawingml/2006/main">
            <a:pPr algn="l">
              <a:defRPr sz="14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3  SliceObject(robot1, 'Tomato')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BB9C87-9134-4CE3-8CF4-CC7282FE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91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3C5F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93C5FD"/>
                </a:solidFill>
                <a:latin typeface="Malgun Gothic"/>
                <a:ea typeface="Malgun Gothic"/>
                <a:cs typeface="Malgun Gothic"/>
              </a:rPr>
              <a:t>실행 전 정적 분석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864D9A-93D0-44E4-8CF8-0CC109FA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0055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rPr>
              <a:t>실제로 로봇을 움직이지 않고 helper 호출 순서만 검사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328AE9-3A0C-4A85-9CFB-54BF896F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52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상태 추적 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F1A757-1E82-4456-ADE8-8EE1B32A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33650"/>
            <a:ext cx="44958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6FC311-F953-4E59-9011-0053FE34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43200"/>
            <a:ext cx="407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line 1 이후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10E742-73BF-4D84-BFE7-997A590F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24200"/>
            <a:ext cx="4076700" cy="-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robot1 hand = Knife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A87C2F-33DD-41E9-B5A7-29109A12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86150"/>
            <a:ext cx="449580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6F2681-85DD-42E2-9D74-8D82CEC0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95700"/>
            <a:ext cx="407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line 2 검사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4638A3-685B-4697-A62F-1E7B179C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76700"/>
            <a:ext cx="40767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robot1이 이미 Knife를 들고 있는데 Tomato를 다시 Pickup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9933A6-01A9-4E1A-8105-3305B231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14850"/>
            <a:ext cx="449580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430EB4-883D-4643-8031-8A81434F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24400"/>
            <a:ext cx="407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ValidationIssue 생성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C3D906-0439-4949-9B29-05D512CD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05400"/>
            <a:ext cx="40767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code = HAND_NOT_EMPTY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held_object = Knife, target_object = Tomato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5A3AB8-2032-4030-BE67-718331AB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104394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8449B0-75AD-47BB-9B8B-A9BB4FA0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943600"/>
            <a:ext cx="9867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핵심: REPAIRABLE은 작업 불가능이 아니라, 생성된 code_plan.py가 executor 제약을 어긴 상태</a:t>
            </a:r>
          </a:p>
        </p:txBody>
      </p:sp>
    </p:spTree>
    <p:extLst>
      <p:ext uri="{BB962C8B-B14F-4D97-AF65-F5344CB8AC3E}">
        <p14:creationId xmlns:p14="http://schemas.microsoft.com/office/powerpoint/2010/main" val="5483525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AD1B44-0351-44B5-B47D-191DDD73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F7F8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B198E-015E-41E6-9989-779EC670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9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ECCD50-F737-4E06-A43E-473F31A8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0289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AF1CCB-2072-49C4-B9F6-8E8CB57A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35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3BCDB7-9B21-4861-8601-F71EE1AB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Feedback 생성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B7B1A3-930D-4DAA-BECD-51D14519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solidFill>
              <a:srgbClr val="D7DD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B419C-054A-4059-A33A-AD85711B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오류가 feedback으로 바뀌는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E06ECD-9BF8-4A20-AFB8-CF3A9BB2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30289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DDBE1F-AC2F-412A-8A2E-46E622E1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9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 ValidationIssue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0C2AE8-0F21-4C25-925F-86E84818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오류 코드 + details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FBC998-E718-4ED6-AA74-F2A1682C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1907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20D134-1AF5-4589-A7DA-8E1F39EF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38350"/>
            <a:ext cx="30289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B6CBCA-5BDE-4E6C-831F-6FBD2FFF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09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2. Ground truth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20C03-04D0-43E1-B4B4-BACBA717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574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목표 상태 또는 포함 관계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28B5D8-EC90-47B4-987E-C216B711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907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421329-24AF-4D78-ABE9-30C49F64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38350"/>
            <a:ext cx="30099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13EBC8-56F7-499B-B9C1-322AB179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Repair feedback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BFECE0-22E6-4B84-A977-C12D1645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574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rPr>
              <a:t>LLM 재생성 prompt로 전달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44A593-B75A-47A4-A1FE-2991ADAB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대표 변환 사례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10CC0B-211E-414D-BA6E-8C3CBD8C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1043940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034C09-2F8E-4202-BC5C-1E6ED5A7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Slice tomato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44F23C-AEF2-4965-916C-E281A33A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7190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HAND_NOT_EMPTY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held=Knife, target=Tomato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F301C4-8B7E-47B6-A12E-103D8333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8862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Tomato = SLICED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6ECFEB-43B4-4B08-981B-5FA68AD6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862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PickupObject(Tomato) 제거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3C9855-7070-4228-8D29-53C3F499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1043940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613D11-004A-4BEA-BD96-A8A614C7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Throw Spatula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187722-7430-4ABE-A6F2-EECBA718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85775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OBJECT_OWNERSHIP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holder가 실제 object 보유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72B39E-460F-4DF6-AD27-EE21BC95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9720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GarbageCan contains Spatula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43FD86-D7C1-41A5-A20C-2EA249F7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72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PutObject(holder, Spatula, GarbageCan)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E260DC-2FE2-4822-8667-894D9D56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104394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C24AE0-7899-4B3F-812F-3C4BFABA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29325"/>
            <a:ext cx="986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오류 유형별 기본 개선 방향을 미리 정의하고, 실제 details와 ground truth를 끼워 넣어 구체화</a:t>
            </a:r>
          </a:p>
        </p:txBody>
      </p:sp>
    </p:spTree>
    <p:extLst>
      <p:ext uri="{BB962C8B-B14F-4D97-AF65-F5344CB8AC3E}">
        <p14:creationId xmlns:p14="http://schemas.microsoft.com/office/powerpoint/2010/main" val="3760019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2DA24A-F5F2-44E5-BB3A-4B894082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F7F8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835D3-72CD-4017-87A9-1A6BC155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9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D7B58-E161-45E0-A399-729E6F5C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0289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74A7FD-62CB-4AD4-A713-B743BDBF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352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711C3-3CA2-4043-8ED9-0E1CFB8D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최종 결과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6510A4-0414-46E2-B494-BE7C92AE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5"/>
          </a:solidFill>
          <a:ln xmlns:a="http://schemas.openxmlformats.org/drawingml/2006/main" w="0">
            <a:solidFill>
              <a:srgbClr val="D7DD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CB703B-619B-49D0-81F7-9816B614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보완 후 최종 결과 요약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38A7F0-E056-4E76-9336-DAE6F14A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실행 성공보다 어떤 오류를 어떤 근거로 줄였는지 중심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9D946D-E4F0-4539-A642-C4CD7028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77BDFE-A687-4EBB-98EA-33298502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Task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E65ED-D860-4FF2-8785-ECEA6E29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47900"/>
            <a:ext cx="2457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C333AA-5EA0-4438-8959-30410819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6220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발견 오류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86977D-E891-46D7-849D-215BD58A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47900"/>
            <a:ext cx="4267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54403D-1BF7-497C-A163-59AF53EC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362200"/>
            <a:ext cx="396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feedback 근거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723534-A14F-49D6-B23E-57AB47DB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479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274965-1B97-4302-8CC1-8E62B6D6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362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45612C-880C-4D1F-B067-4745B803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F3BE62-6F5F-4334-887A-D1E64DF0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1940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Slice tomato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6BC576-30E2-441A-B4B7-5F144733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67000"/>
            <a:ext cx="2457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CD5831-BB5D-422B-994E-3216C9D1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194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HAND_NOT_EMPTY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50B9A1-B482-4813-A9F8-0607C524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67000"/>
            <a:ext cx="4267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6C545A-DEEE-4EA3-9C38-1955D88C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19400"/>
            <a:ext cx="396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Tomato = SLICED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→ PickupObject(Tomato) 제거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20F806-2591-41D2-9AB9-AE08462D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6700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CBD704-262E-4E00-84E7-259A7642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19400"/>
            <a:ext cx="121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PASS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3AA1AB-51B3-4494-86DC-45E8DBF1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FB760D-8BE9-49A0-8600-799DF97B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8615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Wash lettuce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1EE58E-02D2-4286-879E-8BC8EBC5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33750"/>
            <a:ext cx="2457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911F8D-867E-4128-822B-5981DDC7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4861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OBJECT_OWNERSHIP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50970A-CB1A-4636-84AB-C1EC3501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33750"/>
            <a:ext cx="4267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647ECE-AA0C-42CD-874E-AE8B7B94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86150"/>
            <a:ext cx="396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물체 holder 기준으로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PutObject 수행 robot 재지정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FB9B49-B7A9-4087-91F7-81500110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33375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EE4C4D-385C-4AD3-B653-D67B7173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486150"/>
            <a:ext cx="121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PASS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8B43FB-C29C-431D-80DD-AD2E059C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E8D7E4-5C30-4146-B928-92D23FB5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5290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Throw Spatula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5E3F79-DE85-4108-950D-47AB6A27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00500"/>
            <a:ext cx="2457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2B9D1C-786D-4C06-832B-505E45EF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1529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SKILL / OWNERSHIP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454A8E-8F28-4A03-8AA4-9A48C0AC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00500"/>
            <a:ext cx="4267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F921C9-610E-4C9E-879D-E925B2D1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152900"/>
            <a:ext cx="396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GarbageCan contains Spatula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→ PutObject 대체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128818-9B66-4933-9008-62FCAC5F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00050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6B7D98-C52C-440F-8A12-F1B6AB8C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152900"/>
            <a:ext cx="121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PASS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E47B74-4011-4CFF-AA7E-85F8FF14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86400"/>
            <a:ext cx="104394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65E129A-AFA0-4D4E-BBD4-4E5F6538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531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결론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BC8E219-B7F3-45B4-A5DF-049BE66A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3405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LLM 출력과 실제 실행 환경 사이에 검증 및 피드백 계층을 추가해, FloorPlan6 세 작업의 repair 및 실행 가능성 확인</a:t>
            </a:r>
          </a:p>
        </p:txBody>
      </p:sp>
    </p:spTree>
    <p:extLst>
      <p:ext uri="{BB962C8B-B14F-4D97-AF65-F5344CB8AC3E}">
        <p14:creationId xmlns:p14="http://schemas.microsoft.com/office/powerpoint/2010/main" val="16422580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2026-06-17T14:40:03.4080000Z</dcterms:created>
  <dcterms:modified xsi:type="dcterms:W3CDTF">2026-06-17T14:40:03.4080000Z</dcterms:modified>
</coreProperties>
</file>